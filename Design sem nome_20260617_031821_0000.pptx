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image/jpeg" Extension="jpe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presentationml.viewProps+xml" PartName="/ppt/viewProps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9791700" cx="14630400"/>
  <p:notesSz cx="6858000" cy="9144000"/>
  <p:defaultTextStyle>
    <a:defPPr lvl="0">
      <a:defRPr lang="en-US"/>
    </a:defPPr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2" Type="http://schemas.openxmlformats.org/officeDocument/2006/relationships/slide" Target="slides/slide8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4630400" cy="9791700"/>
          </a:xfrm>
          <a:custGeom>
            <a:avLst/>
            <a:gdLst/>
            <a:ahLst/>
            <a:cxnLst/>
            <a:rect r="r" b="b" t="t" l="l"/>
            <a:pathLst>
              <a:path h="9791700" w="14630400">
                <a:moveTo>
                  <a:pt x="0" y="0"/>
                </a:moveTo>
                <a:lnTo>
                  <a:pt x="14630400" y="0"/>
                </a:lnTo>
                <a:lnTo>
                  <a:pt x="14630400" y="9791700"/>
                </a:lnTo>
                <a:lnTo>
                  <a:pt x="0" y="9791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21" t="0" r="-321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4630400" cy="9791700"/>
          </a:xfrm>
          <a:custGeom>
            <a:avLst/>
            <a:gdLst/>
            <a:ahLst/>
            <a:cxnLst/>
            <a:rect r="r" b="b" t="t" l="l"/>
            <a:pathLst>
              <a:path h="9791700" w="14630400">
                <a:moveTo>
                  <a:pt x="0" y="0"/>
                </a:moveTo>
                <a:lnTo>
                  <a:pt x="14630400" y="0"/>
                </a:lnTo>
                <a:lnTo>
                  <a:pt x="14630400" y="9791700"/>
                </a:lnTo>
                <a:lnTo>
                  <a:pt x="0" y="9791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86" t="0" r="-286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4630400" cy="9791700"/>
          </a:xfrm>
          <a:custGeom>
            <a:avLst/>
            <a:gdLst/>
            <a:ahLst/>
            <a:cxnLst/>
            <a:rect r="r" b="b" t="t" l="l"/>
            <a:pathLst>
              <a:path h="9791700" w="14630400">
                <a:moveTo>
                  <a:pt x="0" y="0"/>
                </a:moveTo>
                <a:lnTo>
                  <a:pt x="14630400" y="0"/>
                </a:lnTo>
                <a:lnTo>
                  <a:pt x="14630400" y="9791700"/>
                </a:lnTo>
                <a:lnTo>
                  <a:pt x="0" y="9791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86" t="0" r="-286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4630400" cy="9791700"/>
          </a:xfrm>
          <a:custGeom>
            <a:avLst/>
            <a:gdLst/>
            <a:ahLst/>
            <a:cxnLst/>
            <a:rect r="r" b="b" t="t" l="l"/>
            <a:pathLst>
              <a:path h="9791700" w="14630400">
                <a:moveTo>
                  <a:pt x="0" y="0"/>
                </a:moveTo>
                <a:lnTo>
                  <a:pt x="14630400" y="0"/>
                </a:lnTo>
                <a:lnTo>
                  <a:pt x="14630400" y="9791700"/>
                </a:lnTo>
                <a:lnTo>
                  <a:pt x="0" y="9791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86" t="0" r="-286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4630400" cy="9791700"/>
          </a:xfrm>
          <a:custGeom>
            <a:avLst/>
            <a:gdLst/>
            <a:ahLst/>
            <a:cxnLst/>
            <a:rect r="r" b="b" t="t" l="l"/>
            <a:pathLst>
              <a:path h="9791700" w="14630400">
                <a:moveTo>
                  <a:pt x="0" y="0"/>
                </a:moveTo>
                <a:lnTo>
                  <a:pt x="14630400" y="0"/>
                </a:lnTo>
                <a:lnTo>
                  <a:pt x="14630400" y="9791700"/>
                </a:lnTo>
                <a:lnTo>
                  <a:pt x="0" y="9791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86" t="0" r="-286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4630400" cy="9791700"/>
          </a:xfrm>
          <a:custGeom>
            <a:avLst/>
            <a:gdLst/>
            <a:ahLst/>
            <a:cxnLst/>
            <a:rect r="r" b="b" t="t" l="l"/>
            <a:pathLst>
              <a:path h="9791700" w="14630400">
                <a:moveTo>
                  <a:pt x="0" y="0"/>
                </a:moveTo>
                <a:lnTo>
                  <a:pt x="14630400" y="0"/>
                </a:lnTo>
                <a:lnTo>
                  <a:pt x="14630400" y="9791700"/>
                </a:lnTo>
                <a:lnTo>
                  <a:pt x="0" y="9791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86" t="0" r="-286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4630400" cy="9791700"/>
          </a:xfrm>
          <a:custGeom>
            <a:avLst/>
            <a:gdLst/>
            <a:ahLst/>
            <a:cxnLst/>
            <a:rect r="r" b="b" t="t" l="l"/>
            <a:pathLst>
              <a:path h="9791700" w="14630400">
                <a:moveTo>
                  <a:pt x="0" y="0"/>
                </a:moveTo>
                <a:lnTo>
                  <a:pt x="14630400" y="0"/>
                </a:lnTo>
                <a:lnTo>
                  <a:pt x="14630400" y="9791700"/>
                </a:lnTo>
                <a:lnTo>
                  <a:pt x="0" y="9791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86" t="0" r="-286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4630400" cy="9791700"/>
          </a:xfrm>
          <a:custGeom>
            <a:avLst/>
            <a:gdLst/>
            <a:ahLst/>
            <a:cxnLst/>
            <a:rect r="r" b="b" t="t" l="l"/>
            <a:pathLst>
              <a:path h="9791700" w="14630400">
                <a:moveTo>
                  <a:pt x="0" y="0"/>
                </a:moveTo>
                <a:lnTo>
                  <a:pt x="14630400" y="0"/>
                </a:lnTo>
                <a:lnTo>
                  <a:pt x="14630400" y="9791700"/>
                </a:lnTo>
                <a:lnTo>
                  <a:pt x="0" y="97917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86" t="0" r="-286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